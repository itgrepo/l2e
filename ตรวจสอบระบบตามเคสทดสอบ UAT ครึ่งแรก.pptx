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2" r:id="rId7"/>
    <p:sldId id="263" r:id="rId8"/>
    <p:sldId id="264" r:id="rId9"/>
    <p:sldId id="265" r:id="rId10"/>
    <p:sldId id="260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21271D6-8725-6C20-28BE-A2A79106FF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3F281779-10AF-D176-791B-40DD4BB67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BFB5BC6F-DB47-1DC5-5BB1-829CCAB75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A166E-74B9-44AB-963B-018B346B119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411CFA11-7C2C-4A5B-EB22-0816B8830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9152E54C-D407-E906-D997-64DC53D26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5E75C-E987-4757-9890-6EA9DAC69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86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66C5CA6E-ED14-A8DE-2621-40E45AFC2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4B5068A1-F3FF-35BA-888D-D20361F77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2928C80F-2B38-966F-D74A-5A0331B57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A166E-74B9-44AB-963B-018B346B119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30E91D83-0EE7-4AA8-054E-9347AC161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977C90DC-5D0F-59E4-B99A-3ADBB47A4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5E75C-E987-4757-9890-6EA9DAC69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14ACF85-E628-1A88-707C-CEC9DF7C0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607A7939-57C8-6F5F-9F3B-30C9346AF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7314ED98-5C5A-B0A5-4158-861A68E3A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A166E-74B9-44AB-963B-018B346B119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E13DC54B-47CA-794F-99A9-0BDD1FA05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CC55DE48-4CE4-2AEF-06C3-965915588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5E75C-E987-4757-9890-6EA9DAC69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35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09CCB3B-92E3-2B89-98E9-956B0022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0D272553-6C43-6C5D-0860-23CD549EC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509180A5-55E1-8D2C-31C3-44A97232A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8BFD78ED-5299-9104-6277-032C20722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A166E-74B9-44AB-963B-018B346B119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FB96A423-70A7-2C10-E1D2-55E20F5FB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CC3AD1F7-1220-9019-49C2-7E57C114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5E75C-E987-4757-9890-6EA9DAC69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838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739D43D-C7F8-9FFB-0A6A-6BF3998AA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32CA0C3F-B03F-5B96-7DC2-93586323A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04C8CD87-761A-9CA3-F42D-DA622CDC9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AF0143BC-3C9D-A71A-22DB-5A2E978F44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E87EB712-B91E-B35E-6259-E2DB424A0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39EC164D-A506-9590-DA91-93FFA5DA7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A166E-74B9-44AB-963B-018B346B119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D3E18DDA-A5E2-C37C-668B-88C12901E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43467D05-5D17-04A9-EE88-2FE8F4AC8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5E75C-E987-4757-9890-6EA9DAC69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133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2F432EA-CE72-74B8-6472-0301EC161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D990C9DF-8275-831D-AD3A-3B3EF9A65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A166E-74B9-44AB-963B-018B346B119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AE7AD119-344F-BF9C-CE15-33581757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259EBB32-4CB8-D71B-6A9C-1B7FDBE2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5E75C-E987-4757-9890-6EA9DAC69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460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F19356B5-B38D-F3F3-19F7-169D3754B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A166E-74B9-44AB-963B-018B346B119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2E2E6C81-51D9-19EA-6AFC-695BD3278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1338A0C0-2543-7861-E738-060B3B088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5E75C-E987-4757-9890-6EA9DAC69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80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04169A8-ACD1-9C92-F30C-9508D9E97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1F58BF30-D077-B8B0-EFA2-2030A9ACF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216E8EF4-15C4-5BE5-C6A7-6FEABDCF00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92B38B14-50CA-3C6C-1B2D-C7E68D65F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A166E-74B9-44AB-963B-018B346B119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9771F643-74FF-1E7E-9F1B-BA9FC5ED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BE72E155-F1C3-F492-F941-C87A95281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5E75C-E987-4757-9890-6EA9DAC69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96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81341A2D-9E21-255C-D118-FE1EAA3C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FE14515F-5A12-EEBA-47A9-099B59AB55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4EE90154-DF84-39FE-0208-93EC44910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4A9EDA72-0359-B661-D3AE-7BB52600B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A166E-74B9-44AB-963B-018B346B119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DF0A5D4A-F7F4-A8C5-96F0-F9BF17E2A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3B30E229-15D1-2681-833C-B52A83613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5E75C-E987-4757-9890-6EA9DAC69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178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3EAF9B5-5359-D146-4D7F-31B940513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54303074-6034-7E28-616E-40D31F6EC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4EE7ECC0-5F6F-5D10-44E4-C269E25E4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A166E-74B9-44AB-963B-018B346B119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32FC68AD-BD20-3EA3-2248-6DB1B7C32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D377C024-E68A-AF43-2375-F67762E8A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5E75C-E987-4757-9890-6EA9DAC69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114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9F7A9AAB-9F8E-0501-A6F8-701C712C0E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58113CC9-5F62-F91B-BDFB-D20A17DB4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A26562A6-51B4-E17D-BEE8-A054BD98C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A166E-74B9-44AB-963B-018B346B119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57ED3039-8B56-BDF8-C4FC-45F0DACEA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2FBED4A7-CBD3-6430-E2DA-0298CFF14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5E75C-E987-4757-9890-6EA9DAC69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811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A3F8B50B-2FEA-C3FE-247B-510228C25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/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02BD8CB2-C349-78FE-D1EE-A2A077E14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E6D996E4-19A9-B040-5CE9-9EF192CF5D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4A166E-74B9-44AB-963B-018B346B1190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AE19BB0E-51B6-01EA-04F4-26B4CD8EA1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7ACCA399-E4F7-A268-3644-90DF5B81A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B5E75C-E987-4757-9890-6EA9DAC69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61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03B0F-561A-619D-B8C8-6FBF1E416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กล่องข้อความ 1">
            <a:extLst>
              <a:ext uri="{FF2B5EF4-FFF2-40B4-BE49-F238E27FC236}">
                <a16:creationId xmlns:a16="http://schemas.microsoft.com/office/drawing/2014/main" id="{32CCCB66-CFA0-7F66-7646-4133B294A717}"/>
              </a:ext>
            </a:extLst>
          </p:cNvPr>
          <p:cNvSpPr txBox="1"/>
          <p:nvPr/>
        </p:nvSpPr>
        <p:spPr>
          <a:xfrm>
            <a:off x="287867" y="1557866"/>
            <a:ext cx="586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URL : http://dexuat.duckdns.org:3003/user-management</a:t>
            </a:r>
          </a:p>
        </p:txBody>
      </p:sp>
    </p:spTree>
    <p:extLst>
      <p:ext uri="{BB962C8B-B14F-4D97-AF65-F5344CB8AC3E}">
        <p14:creationId xmlns:p14="http://schemas.microsoft.com/office/powerpoint/2010/main" val="3815809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49A0642E-40D5-3F65-1BE1-217D34D63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7" y="1650150"/>
            <a:ext cx="8585200" cy="4746904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7E8A5884-519B-AE6B-D76F-7057A1138C38}"/>
              </a:ext>
            </a:extLst>
          </p:cNvPr>
          <p:cNvSpPr txBox="1"/>
          <p:nvPr/>
        </p:nvSpPr>
        <p:spPr>
          <a:xfrm>
            <a:off x="8045752" y="4506686"/>
            <a:ext cx="2347822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Footer </a:t>
            </a:r>
            <a:r>
              <a:rPr lang="th-TH" dirty="0"/>
              <a:t>ด้านล่างยังใช้งานไม่ได้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BB52460B-0A2A-3424-C65C-8EFD2E0C174C}"/>
              </a:ext>
            </a:extLst>
          </p:cNvPr>
          <p:cNvSpPr txBox="1"/>
          <p:nvPr/>
        </p:nvSpPr>
        <p:spPr>
          <a:xfrm>
            <a:off x="237067" y="460946"/>
            <a:ext cx="2148115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1.Landing Page</a:t>
            </a:r>
          </a:p>
        </p:txBody>
      </p:sp>
      <p:cxnSp>
        <p:nvCxnSpPr>
          <p:cNvPr id="9" name="ลูกศรเชื่อมต่อแบบตรง 8">
            <a:extLst>
              <a:ext uri="{FF2B5EF4-FFF2-40B4-BE49-F238E27FC236}">
                <a16:creationId xmlns:a16="http://schemas.microsoft.com/office/drawing/2014/main" id="{B4C5E9F7-9008-6709-6B4A-F1150DEA9CBF}"/>
              </a:ext>
            </a:extLst>
          </p:cNvPr>
          <p:cNvCxnSpPr/>
          <p:nvPr/>
        </p:nvCxnSpPr>
        <p:spPr>
          <a:xfrm flipV="1">
            <a:off x="7126514" y="4688114"/>
            <a:ext cx="885372" cy="6676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294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C26A0-1D7D-DE51-0292-8885508B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B3B05479-976C-E173-7D97-93984835F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3" y="1823186"/>
            <a:ext cx="8483600" cy="4685575"/>
          </a:xfrm>
          <a:prstGeom prst="rect">
            <a:avLst/>
          </a:prstGeom>
        </p:spPr>
      </p:pic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0DE678B4-8E5F-1D51-6FEA-DF0BA4B48F62}"/>
              </a:ext>
            </a:extLst>
          </p:cNvPr>
          <p:cNvSpPr txBox="1"/>
          <p:nvPr/>
        </p:nvSpPr>
        <p:spPr>
          <a:xfrm>
            <a:off x="270933" y="1114312"/>
            <a:ext cx="10766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ไม่สามารถส่งข้อมูลหรือ </a:t>
            </a:r>
            <a:r>
              <a:rPr lang="en-US" dirty="0"/>
              <a:t>Massage </a:t>
            </a:r>
            <a:r>
              <a:rPr lang="th-TH" dirty="0"/>
              <a:t>ได้ กดส่งแล้วไม่มี </a:t>
            </a:r>
            <a:r>
              <a:rPr lang="en-US" dirty="0"/>
              <a:t>Popup </a:t>
            </a:r>
            <a:r>
              <a:rPr lang="th-TH" dirty="0"/>
              <a:t>แจ้งว่าส่งสำเร็จหรือไม่ ไม่มีเมลหรืออะไรส่งกลับมายืนยันว่าเราได้ทำการ </a:t>
            </a:r>
            <a:r>
              <a:rPr lang="en-US" dirty="0"/>
              <a:t>Contact </a:t>
            </a:r>
            <a:r>
              <a:rPr lang="th-TH" dirty="0"/>
              <a:t>ไปที่</a:t>
            </a:r>
            <a:r>
              <a:rPr lang="en-US" dirty="0"/>
              <a:t> </a:t>
            </a:r>
            <a:r>
              <a:rPr lang="th-TH" dirty="0"/>
              <a:t>สดช แล้ว</a:t>
            </a:r>
            <a:endParaRPr lang="en-US" dirty="0"/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F9B1515C-CD0D-BA13-82DD-9C16A71380C5}"/>
              </a:ext>
            </a:extLst>
          </p:cNvPr>
          <p:cNvSpPr txBox="1"/>
          <p:nvPr/>
        </p:nvSpPr>
        <p:spPr>
          <a:xfrm>
            <a:off x="3784319" y="5728669"/>
            <a:ext cx="4262705" cy="12003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th-TH" dirty="0"/>
              <a:t>สอบถามระบบจะมีการดักหรือตรวจดังนี้หรือมั้ย</a:t>
            </a:r>
          </a:p>
          <a:p>
            <a:pPr marL="342900" indent="-342900">
              <a:buAutoNum type="arabicPeriod"/>
            </a:pPr>
            <a:r>
              <a:rPr lang="th-TH" dirty="0"/>
              <a:t>กรอกอีเมลผิดรูปแบบ เช่น </a:t>
            </a:r>
            <a:r>
              <a:rPr lang="en-US" dirty="0" err="1"/>
              <a:t>uat</a:t>
            </a:r>
            <a:r>
              <a:rPr lang="en-US" dirty="0"/>
              <a:t>@ </a:t>
            </a:r>
            <a:endParaRPr lang="th-TH" dirty="0"/>
          </a:p>
          <a:p>
            <a:pPr marL="342900" indent="-342900">
              <a:buAutoNum type="arabicPeriod"/>
            </a:pPr>
            <a:r>
              <a:rPr lang="th-TH" dirty="0"/>
              <a:t>กรอกข้อความยาว/อักขระพิเศษตามขอบเขตที่ระบบรองรับ</a:t>
            </a:r>
            <a:endParaRPr lang="en-US" dirty="0"/>
          </a:p>
          <a:p>
            <a:endParaRPr lang="en-US" dirty="0"/>
          </a:p>
        </p:txBody>
      </p:sp>
      <p:sp>
        <p:nvSpPr>
          <p:cNvPr id="6" name="สี่เหลี่ยมผืนผ้า 5">
            <a:extLst>
              <a:ext uri="{FF2B5EF4-FFF2-40B4-BE49-F238E27FC236}">
                <a16:creationId xmlns:a16="http://schemas.microsoft.com/office/drawing/2014/main" id="{8F93BFB7-92DD-2893-C588-5926E58C1F71}"/>
              </a:ext>
            </a:extLst>
          </p:cNvPr>
          <p:cNvSpPr/>
          <p:nvPr/>
        </p:nvSpPr>
        <p:spPr>
          <a:xfrm>
            <a:off x="5418667" y="3429000"/>
            <a:ext cx="1947333" cy="143116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ลูกศรเชื่อมต่อแบบตรง 7">
            <a:extLst>
              <a:ext uri="{FF2B5EF4-FFF2-40B4-BE49-F238E27FC236}">
                <a16:creationId xmlns:a16="http://schemas.microsoft.com/office/drawing/2014/main" id="{B7199E49-D4AF-191D-8F2F-EC98E9DE6B74}"/>
              </a:ext>
            </a:extLst>
          </p:cNvPr>
          <p:cNvCxnSpPr/>
          <p:nvPr/>
        </p:nvCxnSpPr>
        <p:spPr>
          <a:xfrm flipV="1">
            <a:off x="7366000" y="2946400"/>
            <a:ext cx="1828800" cy="863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D93A1E3C-7B74-B601-67D5-32A7C1B33EE1}"/>
              </a:ext>
            </a:extLst>
          </p:cNvPr>
          <p:cNvSpPr txBox="1"/>
          <p:nvPr/>
        </p:nvSpPr>
        <p:spPr>
          <a:xfrm>
            <a:off x="9194800" y="1997839"/>
            <a:ext cx="2726267" cy="2862322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h-TH" dirty="0"/>
              <a:t>แก้เป็นข้อมูลจริง</a:t>
            </a:r>
          </a:p>
          <a:p>
            <a:r>
              <a:rPr lang="en-US" b="1" dirty="0"/>
              <a:t>Office Address</a:t>
            </a:r>
          </a:p>
          <a:p>
            <a:r>
              <a:rPr lang="th-TH" dirty="0"/>
              <a:t>เลขที่ 120 หมู่ 3 ชั้น 3 และ 5 ศูนย์ราชการฯ แจ้งวัฒนะ (อาคาร ซี) ซอยแจ้งวัฒนะ 7 ถนนแจ้งวัฒนะ แขวงทุ่งสองห้อง เขตหลักสี่ กรุงเทพฯ 10210</a:t>
            </a:r>
          </a:p>
          <a:p>
            <a:r>
              <a:rPr lang="en-US" b="1" dirty="0"/>
              <a:t>Direct Contact</a:t>
            </a:r>
          </a:p>
          <a:p>
            <a:r>
              <a:rPr lang="th-TH" dirty="0"/>
              <a:t>02-079-1389</a:t>
            </a:r>
          </a:p>
          <a:p>
            <a:r>
              <a:rPr lang="th-TH" dirty="0"/>
              <a:t>เมลก็ </a:t>
            </a:r>
            <a:r>
              <a:rPr lang="en-US" dirty="0"/>
              <a:t>learn2earn@bde.go.th</a:t>
            </a:r>
          </a:p>
        </p:txBody>
      </p:sp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6AF9B336-309B-1D25-3CE6-20010C8A241B}"/>
              </a:ext>
            </a:extLst>
          </p:cNvPr>
          <p:cNvSpPr/>
          <p:nvPr/>
        </p:nvSpPr>
        <p:spPr>
          <a:xfrm>
            <a:off x="5418666" y="4897673"/>
            <a:ext cx="1947333" cy="306788"/>
          </a:xfrm>
          <a:prstGeom prst="rect">
            <a:avLst/>
          </a:prstGeom>
          <a:noFill/>
          <a:ln w="127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F6F55CCC-7412-9A30-7AFB-7076A121F157}"/>
              </a:ext>
            </a:extLst>
          </p:cNvPr>
          <p:cNvSpPr txBox="1"/>
          <p:nvPr/>
        </p:nvSpPr>
        <p:spPr>
          <a:xfrm>
            <a:off x="9194800" y="5200575"/>
            <a:ext cx="1489510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h-TH" dirty="0"/>
              <a:t>ซ่อน </a:t>
            </a:r>
            <a:r>
              <a:rPr lang="en-US" dirty="0"/>
              <a:t>UI </a:t>
            </a:r>
            <a:r>
              <a:rPr lang="th-TH" dirty="0"/>
              <a:t>นี้ไปก่อนค่ะ</a:t>
            </a:r>
            <a:endParaRPr lang="en-US" dirty="0"/>
          </a:p>
        </p:txBody>
      </p:sp>
      <p:cxnSp>
        <p:nvCxnSpPr>
          <p:cNvPr id="14" name="ลูกศรเชื่อมต่อแบบตรง 13">
            <a:extLst>
              <a:ext uri="{FF2B5EF4-FFF2-40B4-BE49-F238E27FC236}">
                <a16:creationId xmlns:a16="http://schemas.microsoft.com/office/drawing/2014/main" id="{E356DD91-EC06-C8B3-E749-2E393744A7C3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7365999" y="5051067"/>
            <a:ext cx="1828801" cy="3341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4383915B-E50E-61A8-1086-72936446A409}"/>
              </a:ext>
            </a:extLst>
          </p:cNvPr>
          <p:cNvSpPr txBox="1"/>
          <p:nvPr/>
        </p:nvSpPr>
        <p:spPr>
          <a:xfrm>
            <a:off x="391885" y="230785"/>
            <a:ext cx="1544462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2. Contact Us</a:t>
            </a:r>
          </a:p>
        </p:txBody>
      </p:sp>
    </p:spTree>
    <p:extLst>
      <p:ext uri="{BB962C8B-B14F-4D97-AF65-F5344CB8AC3E}">
        <p14:creationId xmlns:p14="http://schemas.microsoft.com/office/powerpoint/2010/main" val="59107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37A189CA-80D4-A7C8-E0DB-088F7FD82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3" y="1893400"/>
            <a:ext cx="8500533" cy="4667857"/>
          </a:xfrm>
          <a:prstGeom prst="rect">
            <a:avLst/>
          </a:prstGeom>
        </p:spPr>
      </p:pic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FC21A6B1-3A6D-9177-0EF1-B5B826E6554F}"/>
              </a:ext>
            </a:extLst>
          </p:cNvPr>
          <p:cNvSpPr txBox="1"/>
          <p:nvPr/>
        </p:nvSpPr>
        <p:spPr>
          <a:xfrm>
            <a:off x="7104067" y="3059668"/>
            <a:ext cx="3029997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h-TH" dirty="0"/>
              <a:t>จัดการส่วนของคำถามที่พบบ่อยตรงนี้ได้ที่ไหน</a:t>
            </a:r>
            <a:endParaRPr lang="en-US" dirty="0"/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E5533E66-30D0-AB61-60C1-1633C5A72B9E}"/>
              </a:ext>
            </a:extLst>
          </p:cNvPr>
          <p:cNvSpPr txBox="1"/>
          <p:nvPr/>
        </p:nvSpPr>
        <p:spPr>
          <a:xfrm>
            <a:off x="420914" y="537029"/>
            <a:ext cx="788036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3.FAQ</a:t>
            </a:r>
          </a:p>
        </p:txBody>
      </p:sp>
      <p:cxnSp>
        <p:nvCxnSpPr>
          <p:cNvPr id="9" name="ลูกศรเชื่อมต่อแบบตรง 8">
            <a:extLst>
              <a:ext uri="{FF2B5EF4-FFF2-40B4-BE49-F238E27FC236}">
                <a16:creationId xmlns:a16="http://schemas.microsoft.com/office/drawing/2014/main" id="{193B974D-89DA-6A4D-64E5-D43AE1EA1652}"/>
              </a:ext>
            </a:extLst>
          </p:cNvPr>
          <p:cNvCxnSpPr/>
          <p:nvPr/>
        </p:nvCxnSpPr>
        <p:spPr>
          <a:xfrm flipV="1">
            <a:off x="6328229" y="3244334"/>
            <a:ext cx="775838" cy="5148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090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7253E-76F8-05F2-79B1-065AAC51A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1F3BD338-4729-EA83-54FC-3280259A8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933" y="3083886"/>
            <a:ext cx="7149199" cy="3719515"/>
          </a:xfrm>
          <a:prstGeom prst="rect">
            <a:avLst/>
          </a:prstGeom>
        </p:spPr>
      </p:pic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B643D5E2-16D4-3DC5-35B3-8FBD3EF3E48E}"/>
              </a:ext>
            </a:extLst>
          </p:cNvPr>
          <p:cNvSpPr txBox="1"/>
          <p:nvPr/>
        </p:nvSpPr>
        <p:spPr>
          <a:xfrm>
            <a:off x="7349067" y="3437000"/>
            <a:ext cx="4643066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th-TH" dirty="0"/>
              <a:t>เอา </a:t>
            </a:r>
            <a:r>
              <a:rPr lang="en-US" dirty="0"/>
              <a:t>Step </a:t>
            </a:r>
            <a:r>
              <a:rPr lang="th-TH" dirty="0"/>
              <a:t>นี้ออกค่ะเพราะเราไม่มีแล้วการอนุมัติการสมัครสมาชิกแล้ว</a:t>
            </a:r>
            <a:endParaRPr lang="en-US" dirty="0"/>
          </a:p>
        </p:txBody>
      </p:sp>
      <p:cxnSp>
        <p:nvCxnSpPr>
          <p:cNvPr id="6" name="ลูกศรเชื่อมต่อแบบตรง 5">
            <a:extLst>
              <a:ext uri="{FF2B5EF4-FFF2-40B4-BE49-F238E27FC236}">
                <a16:creationId xmlns:a16="http://schemas.microsoft.com/office/drawing/2014/main" id="{56550D9F-B5D8-6B13-8289-D83D31341C6D}"/>
              </a:ext>
            </a:extLst>
          </p:cNvPr>
          <p:cNvCxnSpPr>
            <a:cxnSpLocks/>
          </p:cNvCxnSpPr>
          <p:nvPr/>
        </p:nvCxnSpPr>
        <p:spPr>
          <a:xfrm flipV="1">
            <a:off x="10230751" y="3806332"/>
            <a:ext cx="0" cy="1958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58528C12-2557-FCE2-A82A-CE9E7E28A0D3}"/>
              </a:ext>
            </a:extLst>
          </p:cNvPr>
          <p:cNvSpPr txBox="1"/>
          <p:nvPr/>
        </p:nvSpPr>
        <p:spPr>
          <a:xfrm>
            <a:off x="186267" y="169333"/>
            <a:ext cx="2302933" cy="52322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b="1" dirty="0"/>
              <a:t>4.</a:t>
            </a:r>
            <a:r>
              <a:rPr lang="th-TH" sz="2800" b="1" dirty="0"/>
              <a:t>สมัครสมาชิก</a:t>
            </a:r>
            <a:endParaRPr lang="en-US" sz="2800" b="1" dirty="0"/>
          </a:p>
        </p:txBody>
      </p:sp>
      <p:pic>
        <p:nvPicPr>
          <p:cNvPr id="10" name="รูปภาพ 9">
            <a:extLst>
              <a:ext uri="{FF2B5EF4-FFF2-40B4-BE49-F238E27FC236}">
                <a16:creationId xmlns:a16="http://schemas.microsoft.com/office/drawing/2014/main" id="{EC1D239C-E7E2-2467-692C-C9740C664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7" y="692553"/>
            <a:ext cx="4172532" cy="6001588"/>
          </a:xfrm>
          <a:prstGeom prst="rect">
            <a:avLst/>
          </a:prstGeom>
        </p:spPr>
      </p:pic>
      <p:sp>
        <p:nvSpPr>
          <p:cNvPr id="11" name="สี่เหลี่ยมผืนผ้า 10">
            <a:extLst>
              <a:ext uri="{FF2B5EF4-FFF2-40B4-BE49-F238E27FC236}">
                <a16:creationId xmlns:a16="http://schemas.microsoft.com/office/drawing/2014/main" id="{A6D6743D-8FA9-D2A7-FD68-B40DF9EB4463}"/>
              </a:ext>
            </a:extLst>
          </p:cNvPr>
          <p:cNvSpPr/>
          <p:nvPr/>
        </p:nvSpPr>
        <p:spPr>
          <a:xfrm>
            <a:off x="3454400" y="4013200"/>
            <a:ext cx="541867" cy="1591733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ลูกศรเชื่อมต่อแบบตรง 12">
            <a:extLst>
              <a:ext uri="{FF2B5EF4-FFF2-40B4-BE49-F238E27FC236}">
                <a16:creationId xmlns:a16="http://schemas.microsoft.com/office/drawing/2014/main" id="{1A7F19A9-6626-7B5E-666F-02CAA5FB4BF9}"/>
              </a:ext>
            </a:extLst>
          </p:cNvPr>
          <p:cNvCxnSpPr>
            <a:cxnSpLocks/>
            <a:endCxn id="14" idx="1"/>
          </p:cNvCxnSpPr>
          <p:nvPr/>
        </p:nvCxnSpPr>
        <p:spPr>
          <a:xfrm flipH="1" flipV="1">
            <a:off x="1726887" y="3086205"/>
            <a:ext cx="1888380" cy="21581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F8A4A347-4460-E3F7-CA06-F3FAE7D619F4}"/>
              </a:ext>
            </a:extLst>
          </p:cNvPr>
          <p:cNvSpPr/>
          <p:nvPr/>
        </p:nvSpPr>
        <p:spPr>
          <a:xfrm>
            <a:off x="1726887" y="2637471"/>
            <a:ext cx="4030133" cy="89746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Function </a:t>
            </a:r>
            <a:r>
              <a:rPr lang="th-TH" dirty="0"/>
              <a:t>เปิด</a:t>
            </a:r>
            <a:r>
              <a:rPr lang="en-US" dirty="0"/>
              <a:t>/</a:t>
            </a:r>
            <a:r>
              <a:rPr lang="th-TH" dirty="0"/>
              <a:t>ปิด ดูรหัสที่ยืนยันรหัสผ่านไม่มีแก้ </a:t>
            </a:r>
            <a:r>
              <a:rPr lang="en-US" dirty="0"/>
              <a:t>UI </a:t>
            </a:r>
            <a:r>
              <a:rPr lang="th-TH" dirty="0"/>
              <a:t>ให้เหมือนกันด้วย</a:t>
            </a:r>
            <a:endParaRPr lang="en-US" dirty="0"/>
          </a:p>
        </p:txBody>
      </p:sp>
      <p:pic>
        <p:nvPicPr>
          <p:cNvPr id="18" name="รูปภาพ 17">
            <a:extLst>
              <a:ext uri="{FF2B5EF4-FFF2-40B4-BE49-F238E27FC236}">
                <a16:creationId xmlns:a16="http://schemas.microsoft.com/office/drawing/2014/main" id="{94F7CC34-960A-2001-1FF6-B6152FDE68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0991" y="319339"/>
            <a:ext cx="4429609" cy="2318132"/>
          </a:xfrm>
          <a:prstGeom prst="rect">
            <a:avLst/>
          </a:prstGeom>
        </p:spPr>
      </p:pic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B5F2C6F8-1184-252C-9AE0-0DBE7011E6D1}"/>
              </a:ext>
            </a:extLst>
          </p:cNvPr>
          <p:cNvSpPr txBox="1"/>
          <p:nvPr/>
        </p:nvSpPr>
        <p:spPr>
          <a:xfrm>
            <a:off x="10532533" y="1083733"/>
            <a:ext cx="59663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th-TH" dirty="0"/>
              <a:t>ดูไม่ได้</a:t>
            </a:r>
            <a:endParaRPr lang="en-US" dirty="0"/>
          </a:p>
        </p:txBody>
      </p:sp>
      <p:cxnSp>
        <p:nvCxnSpPr>
          <p:cNvPr id="21" name="ลูกศรเชื่อมต่อแบบตรง 20">
            <a:extLst>
              <a:ext uri="{FF2B5EF4-FFF2-40B4-BE49-F238E27FC236}">
                <a16:creationId xmlns:a16="http://schemas.microsoft.com/office/drawing/2014/main" id="{21A86689-7A64-BC11-53DE-36707031AF70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9059333" y="1268399"/>
            <a:ext cx="1473200" cy="63108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4" name="รูปภาพ 23">
            <a:extLst>
              <a:ext uri="{FF2B5EF4-FFF2-40B4-BE49-F238E27FC236}">
                <a16:creationId xmlns:a16="http://schemas.microsoft.com/office/drawing/2014/main" id="{7A07EEF9-7741-695C-1359-4F49614118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6282" y="66201"/>
            <a:ext cx="1633484" cy="2161295"/>
          </a:xfrm>
          <a:prstGeom prst="rect">
            <a:avLst/>
          </a:prstGeom>
        </p:spPr>
      </p:pic>
      <p:sp>
        <p:nvSpPr>
          <p:cNvPr id="25" name="สี่เหลี่ยมผืนผ้า 24">
            <a:extLst>
              <a:ext uri="{FF2B5EF4-FFF2-40B4-BE49-F238E27FC236}">
                <a16:creationId xmlns:a16="http://schemas.microsoft.com/office/drawing/2014/main" id="{1B809343-BD6D-1908-EB0C-C78CA2AA13F2}"/>
              </a:ext>
            </a:extLst>
          </p:cNvPr>
          <p:cNvSpPr/>
          <p:nvPr/>
        </p:nvSpPr>
        <p:spPr>
          <a:xfrm>
            <a:off x="4358799" y="1083733"/>
            <a:ext cx="285554" cy="272648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ลูกศรเชื่อมต่อแบบตรง 26">
            <a:extLst>
              <a:ext uri="{FF2B5EF4-FFF2-40B4-BE49-F238E27FC236}">
                <a16:creationId xmlns:a16="http://schemas.microsoft.com/office/drawing/2014/main" id="{19B3FE16-6B9B-C033-16B5-A7448481D925}"/>
              </a:ext>
            </a:extLst>
          </p:cNvPr>
          <p:cNvCxnSpPr>
            <a:stCxn id="25" idx="2"/>
            <a:endCxn id="14" idx="0"/>
          </p:cNvCxnSpPr>
          <p:nvPr/>
        </p:nvCxnSpPr>
        <p:spPr>
          <a:xfrm flipH="1">
            <a:off x="3741954" y="1356381"/>
            <a:ext cx="759622" cy="12810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สี่เหลี่ยมผืนผ้า 28">
            <a:extLst>
              <a:ext uri="{FF2B5EF4-FFF2-40B4-BE49-F238E27FC236}">
                <a16:creationId xmlns:a16="http://schemas.microsoft.com/office/drawing/2014/main" id="{4A6D7992-40A0-A13F-029F-670FBF7C289A}"/>
              </a:ext>
            </a:extLst>
          </p:cNvPr>
          <p:cNvSpPr/>
          <p:nvPr/>
        </p:nvSpPr>
        <p:spPr>
          <a:xfrm>
            <a:off x="5683147" y="4411564"/>
            <a:ext cx="1581254" cy="570917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กล่องข้อความ 29">
            <a:extLst>
              <a:ext uri="{FF2B5EF4-FFF2-40B4-BE49-F238E27FC236}">
                <a16:creationId xmlns:a16="http://schemas.microsoft.com/office/drawing/2014/main" id="{2012DE2D-1862-CD9D-027C-776CF239C98B}"/>
              </a:ext>
            </a:extLst>
          </p:cNvPr>
          <p:cNvSpPr txBox="1"/>
          <p:nvPr/>
        </p:nvSpPr>
        <p:spPr>
          <a:xfrm>
            <a:off x="597972" y="1756343"/>
            <a:ext cx="1674561" cy="369332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th-TH" dirty="0"/>
              <a:t>เอา </a:t>
            </a:r>
            <a:r>
              <a:rPr lang="en-US" dirty="0" err="1"/>
              <a:t>Intelligist</a:t>
            </a:r>
            <a:r>
              <a:rPr lang="en-US" dirty="0"/>
              <a:t> </a:t>
            </a:r>
            <a:r>
              <a:rPr lang="th-TH" dirty="0"/>
              <a:t>ออก</a:t>
            </a:r>
            <a:endParaRPr lang="en-US" dirty="0"/>
          </a:p>
        </p:txBody>
      </p:sp>
      <p:cxnSp>
        <p:nvCxnSpPr>
          <p:cNvPr id="32" name="ลูกศรเชื่อมต่อแบบตรง 31">
            <a:extLst>
              <a:ext uri="{FF2B5EF4-FFF2-40B4-BE49-F238E27FC236}">
                <a16:creationId xmlns:a16="http://schemas.microsoft.com/office/drawing/2014/main" id="{8F15AB36-6902-6A1F-E8B4-224E55DF88DE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1435253" y="2125675"/>
            <a:ext cx="603097" cy="2263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กราฟิก 34" descr="ป้าย 1 ด้วยสีเติมแบบทึบ">
            <a:extLst>
              <a:ext uri="{FF2B5EF4-FFF2-40B4-BE49-F238E27FC236}">
                <a16:creationId xmlns:a16="http://schemas.microsoft.com/office/drawing/2014/main" id="{095A6977-DFCD-E660-1663-2801F6AC70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90656" y="549413"/>
            <a:ext cx="740196" cy="740196"/>
          </a:xfrm>
          <a:prstGeom prst="rect">
            <a:avLst/>
          </a:prstGeom>
        </p:spPr>
      </p:pic>
      <p:pic>
        <p:nvPicPr>
          <p:cNvPr id="37" name="กราฟิก 36" descr="ป้าย 4 ด้วยสีเติมแบบทึบ">
            <a:extLst>
              <a:ext uri="{FF2B5EF4-FFF2-40B4-BE49-F238E27FC236}">
                <a16:creationId xmlns:a16="http://schemas.microsoft.com/office/drawing/2014/main" id="{C660241A-3FEB-E987-B22F-9BF28626EB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91867" y="3621666"/>
            <a:ext cx="914400" cy="914400"/>
          </a:xfrm>
          <a:prstGeom prst="rect">
            <a:avLst/>
          </a:prstGeom>
        </p:spPr>
      </p:pic>
      <p:pic>
        <p:nvPicPr>
          <p:cNvPr id="39" name="กราฟิก 38" descr="ป้าย 3 ด้วยสีเติมแบบทึบ">
            <a:extLst>
              <a:ext uri="{FF2B5EF4-FFF2-40B4-BE49-F238E27FC236}">
                <a16:creationId xmlns:a16="http://schemas.microsoft.com/office/drawing/2014/main" id="{4FD9599F-B863-4142-C739-9A3A04559E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45887" y="3038308"/>
            <a:ext cx="914400" cy="914400"/>
          </a:xfrm>
          <a:prstGeom prst="rect">
            <a:avLst/>
          </a:prstGeom>
        </p:spPr>
      </p:pic>
      <p:pic>
        <p:nvPicPr>
          <p:cNvPr id="41" name="กราฟิก 40" descr="ป้าย ด้วยสีเติมแบบทึบ">
            <a:extLst>
              <a:ext uri="{FF2B5EF4-FFF2-40B4-BE49-F238E27FC236}">
                <a16:creationId xmlns:a16="http://schemas.microsoft.com/office/drawing/2014/main" id="{32C2C704-42AF-1B2D-4FAD-1921A1F3E6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7916" y="1026609"/>
            <a:ext cx="914400" cy="914400"/>
          </a:xfrm>
          <a:prstGeom prst="rect">
            <a:avLst/>
          </a:prstGeom>
        </p:spPr>
      </p:pic>
      <p:sp>
        <p:nvSpPr>
          <p:cNvPr id="43" name="สี่เหลี่ยมผืนผ้า 42">
            <a:extLst>
              <a:ext uri="{FF2B5EF4-FFF2-40B4-BE49-F238E27FC236}">
                <a16:creationId xmlns:a16="http://schemas.microsoft.com/office/drawing/2014/main" id="{987C4197-AC54-A3C0-F2AF-CF9EB16E8F42}"/>
              </a:ext>
            </a:extLst>
          </p:cNvPr>
          <p:cNvSpPr/>
          <p:nvPr/>
        </p:nvSpPr>
        <p:spPr>
          <a:xfrm>
            <a:off x="2190750" y="2379896"/>
            <a:ext cx="1415414" cy="24900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กราฟิก 44" descr="ป้าย ด้วยสีเติมแบบทึบ">
            <a:extLst>
              <a:ext uri="{FF2B5EF4-FFF2-40B4-BE49-F238E27FC236}">
                <a16:creationId xmlns:a16="http://schemas.microsoft.com/office/drawing/2014/main" id="{8C4761DD-030E-6EAC-BBBF-FCDED3D3E7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27574" y="4072611"/>
            <a:ext cx="914400" cy="914400"/>
          </a:xfrm>
          <a:prstGeom prst="rect">
            <a:avLst/>
          </a:prstGeom>
        </p:spPr>
      </p:pic>
      <p:sp>
        <p:nvSpPr>
          <p:cNvPr id="47" name="กล่องข้อความ 46">
            <a:extLst>
              <a:ext uri="{FF2B5EF4-FFF2-40B4-BE49-F238E27FC236}">
                <a16:creationId xmlns:a16="http://schemas.microsoft.com/office/drawing/2014/main" id="{94084FBF-A5AF-A762-DD97-F22563E98113}"/>
              </a:ext>
            </a:extLst>
          </p:cNvPr>
          <p:cNvSpPr txBox="1"/>
          <p:nvPr/>
        </p:nvSpPr>
        <p:spPr>
          <a:xfrm>
            <a:off x="5025001" y="3910728"/>
            <a:ext cx="1674561" cy="369332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th-TH" dirty="0"/>
              <a:t>เอา </a:t>
            </a:r>
            <a:r>
              <a:rPr lang="en-US" dirty="0" err="1"/>
              <a:t>Intelligist</a:t>
            </a:r>
            <a:r>
              <a:rPr lang="en-US" dirty="0"/>
              <a:t> </a:t>
            </a:r>
            <a:r>
              <a:rPr lang="th-TH" dirty="0"/>
              <a:t>ออก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689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DD91C-BEB2-EE94-E3DE-808A91DEB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91B8E330-5F8A-9389-F54E-2D69DB94E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41" y="2181114"/>
            <a:ext cx="8512325" cy="4432180"/>
          </a:xfrm>
          <a:prstGeom prst="rect">
            <a:avLst/>
          </a:prstGeom>
        </p:spPr>
      </p:pic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93639EC8-B40D-482C-9A94-1D65410FF657}"/>
              </a:ext>
            </a:extLst>
          </p:cNvPr>
          <p:cNvSpPr txBox="1"/>
          <p:nvPr/>
        </p:nvSpPr>
        <p:spPr>
          <a:xfrm>
            <a:off x="7679871" y="2505670"/>
            <a:ext cx="3594766" cy="923330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dirty="0"/>
              <a:t>รายการ </a:t>
            </a:r>
            <a:r>
              <a:rPr lang="en-US" dirty="0"/>
              <a:t>API </a:t>
            </a:r>
            <a:r>
              <a:rPr lang="th-TH" dirty="0"/>
              <a:t>เมื่อลองเปลี่ยนสถานะเป็น </a:t>
            </a:r>
            <a:r>
              <a:rPr lang="en-US" dirty="0"/>
              <a:t>Inactive </a:t>
            </a:r>
            <a:r>
              <a:rPr lang="th-TH" dirty="0"/>
              <a:t>รายการจะหายไปจากตารางและไม่สามารถสามารถ </a:t>
            </a:r>
            <a:r>
              <a:rPr lang="en-US" dirty="0" err="1"/>
              <a:t>AddAPI</a:t>
            </a:r>
            <a:r>
              <a:rPr lang="en-US" dirty="0"/>
              <a:t> </a:t>
            </a:r>
            <a:r>
              <a:rPr lang="th-TH" dirty="0"/>
              <a:t>ใหม่ได้ด้วย </a:t>
            </a:r>
            <a:endParaRPr lang="en-US" dirty="0"/>
          </a:p>
        </p:txBody>
      </p:sp>
      <p:cxnSp>
        <p:nvCxnSpPr>
          <p:cNvPr id="6" name="ลูกศรเชื่อมต่อแบบตรง 5">
            <a:extLst>
              <a:ext uri="{FF2B5EF4-FFF2-40B4-BE49-F238E27FC236}">
                <a16:creationId xmlns:a16="http://schemas.microsoft.com/office/drawing/2014/main" id="{91C1CDF6-12DF-E870-EC6F-99E96CB8B5E8}"/>
              </a:ext>
            </a:extLst>
          </p:cNvPr>
          <p:cNvCxnSpPr>
            <a:endCxn id="4" idx="1"/>
          </p:cNvCxnSpPr>
          <p:nvPr/>
        </p:nvCxnSpPr>
        <p:spPr>
          <a:xfrm flipV="1">
            <a:off x="6966857" y="2967335"/>
            <a:ext cx="713014" cy="11692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FA7FAA6B-51E5-712B-7F43-AE2F8D26A383}"/>
              </a:ext>
            </a:extLst>
          </p:cNvPr>
          <p:cNvSpPr txBox="1"/>
          <p:nvPr/>
        </p:nvSpPr>
        <p:spPr>
          <a:xfrm>
            <a:off x="1513109" y="334454"/>
            <a:ext cx="2217061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API Management</a:t>
            </a: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9A79C910-3EE0-7060-01F1-5C313C4A9E2E}"/>
              </a:ext>
            </a:extLst>
          </p:cNvPr>
          <p:cNvSpPr txBox="1"/>
          <p:nvPr/>
        </p:nvSpPr>
        <p:spPr>
          <a:xfrm>
            <a:off x="4760684" y="597770"/>
            <a:ext cx="6676571" cy="120032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th-TH" b="1" dirty="0">
                <a:highlight>
                  <a:srgbClr val="FFFF00"/>
                </a:highlight>
              </a:rPr>
              <a:t>ระบบต้องสามารถ</a:t>
            </a:r>
          </a:p>
          <a:p>
            <a:r>
              <a:rPr lang="th-TH" dirty="0"/>
              <a:t>สามารถสั่งเปิด หรือปิด หรือหยุดใช้งาน </a:t>
            </a:r>
            <a:r>
              <a:rPr lang="en-US" dirty="0"/>
              <a:t>API </a:t>
            </a:r>
            <a:r>
              <a:rPr lang="th-TH" dirty="0"/>
              <a:t>ชั่วคราวได้ </a:t>
            </a:r>
          </a:p>
          <a:p>
            <a:r>
              <a:rPr lang="th-TH" dirty="0"/>
              <a:t>กรณีที่สั่งหยุดการใช้งาน </a:t>
            </a:r>
            <a:r>
              <a:rPr lang="en-US" dirty="0"/>
              <a:t>API </a:t>
            </a:r>
            <a:r>
              <a:rPr lang="th-TH" dirty="0"/>
              <a:t>ชั่วคราว เมื่อถูกเปิดใช้งานอีกครั้ง  </a:t>
            </a:r>
          </a:p>
          <a:p>
            <a:r>
              <a:rPr lang="th-TH" dirty="0"/>
              <a:t>ระบบต้องสามารถใช้งานได้ โดยยังคง </a:t>
            </a:r>
            <a:r>
              <a:rPr lang="en-US" dirty="0"/>
              <a:t>Permission </a:t>
            </a:r>
            <a:r>
              <a:rPr lang="th-TH" dirty="0"/>
              <a:t>ตาม </a:t>
            </a:r>
            <a:r>
              <a:rPr lang="en-US" dirty="0"/>
              <a:t>API  Permission </a:t>
            </a:r>
            <a:r>
              <a:rPr lang="th-TH" dirty="0"/>
              <a:t>ที่ได้กำหนดไว้ </a:t>
            </a:r>
            <a:endParaRPr lang="en-US" dirty="0"/>
          </a:p>
        </p:txBody>
      </p:sp>
      <p:cxnSp>
        <p:nvCxnSpPr>
          <p:cNvPr id="13" name="ลูกศรเชื่อมต่อแบบตรง 12">
            <a:extLst>
              <a:ext uri="{FF2B5EF4-FFF2-40B4-BE49-F238E27FC236}">
                <a16:creationId xmlns:a16="http://schemas.microsoft.com/office/drawing/2014/main" id="{BB6CF623-253D-7D1E-F2F4-277752E83CC6}"/>
              </a:ext>
            </a:extLst>
          </p:cNvPr>
          <p:cNvCxnSpPr/>
          <p:nvPr/>
        </p:nvCxnSpPr>
        <p:spPr>
          <a:xfrm>
            <a:off x="3628571" y="597770"/>
            <a:ext cx="1132113" cy="7520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ลูกศรเชื่อมต่อแบบตรง 14">
            <a:extLst>
              <a:ext uri="{FF2B5EF4-FFF2-40B4-BE49-F238E27FC236}">
                <a16:creationId xmlns:a16="http://schemas.microsoft.com/office/drawing/2014/main" id="{4434A7B6-F394-25EF-255A-51250882276F}"/>
              </a:ext>
            </a:extLst>
          </p:cNvPr>
          <p:cNvCxnSpPr>
            <a:stCxn id="4" idx="0"/>
            <a:endCxn id="11" idx="2"/>
          </p:cNvCxnSpPr>
          <p:nvPr/>
        </p:nvCxnSpPr>
        <p:spPr>
          <a:xfrm flipH="1" flipV="1">
            <a:off x="8098970" y="1798099"/>
            <a:ext cx="1378284" cy="707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32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29B95-55BD-44F8-17C8-5758EC69C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D6107B32-27C1-5526-90D5-9CC7283C7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58" y="935766"/>
            <a:ext cx="5790291" cy="3024779"/>
          </a:xfrm>
          <a:prstGeom prst="rect">
            <a:avLst/>
          </a:prstGeom>
        </p:spPr>
      </p:pic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8E12ACBD-0980-CFA7-737C-D976713C0F62}"/>
              </a:ext>
            </a:extLst>
          </p:cNvPr>
          <p:cNvSpPr txBox="1"/>
          <p:nvPr/>
        </p:nvSpPr>
        <p:spPr>
          <a:xfrm>
            <a:off x="8069943" y="1841500"/>
            <a:ext cx="2333696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h-TH" dirty="0"/>
              <a:t>กดบันทึกแล้วไม่ขึ้นสภานะว่าบันทึกสำเร็จหรือไม่</a:t>
            </a:r>
          </a:p>
          <a:p>
            <a:endParaRPr lang="en-US" dirty="0"/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A08E1FE9-2049-4D67-8CF4-EDF848AC051B}"/>
              </a:ext>
            </a:extLst>
          </p:cNvPr>
          <p:cNvSpPr txBox="1"/>
          <p:nvPr/>
        </p:nvSpPr>
        <p:spPr>
          <a:xfrm>
            <a:off x="667658" y="421540"/>
            <a:ext cx="2217061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API Management</a:t>
            </a: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B8422869-E6DD-BBDF-0B3C-FC50AF1D1B53}"/>
              </a:ext>
            </a:extLst>
          </p:cNvPr>
          <p:cNvSpPr/>
          <p:nvPr/>
        </p:nvSpPr>
        <p:spPr>
          <a:xfrm>
            <a:off x="4635499" y="2825884"/>
            <a:ext cx="444501" cy="32371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ลูกศรเชื่อมต่อแบบตรง 11">
            <a:extLst>
              <a:ext uri="{FF2B5EF4-FFF2-40B4-BE49-F238E27FC236}">
                <a16:creationId xmlns:a16="http://schemas.microsoft.com/office/drawing/2014/main" id="{4303E845-6285-5A62-60FB-90CC6804A6EE}"/>
              </a:ext>
            </a:extLst>
          </p:cNvPr>
          <p:cNvCxnSpPr>
            <a:cxnSpLocks/>
            <a:stCxn id="10" idx="3"/>
            <a:endCxn id="4" idx="1"/>
          </p:cNvCxnSpPr>
          <p:nvPr/>
        </p:nvCxnSpPr>
        <p:spPr>
          <a:xfrm flipV="1">
            <a:off x="5080000" y="2303165"/>
            <a:ext cx="2989943" cy="6845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83094E90-F21B-EAF3-B69C-42F16DE82A0B}"/>
              </a:ext>
            </a:extLst>
          </p:cNvPr>
          <p:cNvSpPr txBox="1"/>
          <p:nvPr/>
        </p:nvSpPr>
        <p:spPr>
          <a:xfrm>
            <a:off x="939775" y="1039587"/>
            <a:ext cx="2070125" cy="7386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h-TH" sz="1400" dirty="0"/>
              <a:t>ขั้นตอนทดสอบ</a:t>
            </a:r>
            <a:endParaRPr lang="en-US" sz="1400" dirty="0"/>
          </a:p>
          <a:p>
            <a:r>
              <a:rPr lang="en-US" sz="1400" dirty="0"/>
              <a:t>1.Select : by </a:t>
            </a:r>
            <a:r>
              <a:rPr lang="en-US" sz="1400" dirty="0" err="1"/>
              <a:t>buser</a:t>
            </a:r>
            <a:endParaRPr lang="en-US" sz="1400" dirty="0"/>
          </a:p>
          <a:p>
            <a:r>
              <a:rPr lang="en-US" sz="1400" dirty="0"/>
              <a:t>2. Add user</a:t>
            </a:r>
          </a:p>
        </p:txBody>
      </p:sp>
      <p:pic>
        <p:nvPicPr>
          <p:cNvPr id="15" name="รูปภาพ 14">
            <a:extLst>
              <a:ext uri="{FF2B5EF4-FFF2-40B4-BE49-F238E27FC236}">
                <a16:creationId xmlns:a16="http://schemas.microsoft.com/office/drawing/2014/main" id="{F7B39135-BA51-BE68-34F1-157E0241D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58" y="4064366"/>
            <a:ext cx="4513942" cy="2500815"/>
          </a:xfrm>
          <a:prstGeom prst="rect">
            <a:avLst/>
          </a:prstGeom>
        </p:spPr>
      </p:pic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5CEAB95D-90FC-8226-8B10-FC403901CC9D}"/>
              </a:ext>
            </a:extLst>
          </p:cNvPr>
          <p:cNvSpPr txBox="1"/>
          <p:nvPr/>
        </p:nvSpPr>
        <p:spPr>
          <a:xfrm>
            <a:off x="4857749" y="5779689"/>
            <a:ext cx="2070125" cy="73866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h-TH" sz="1400" dirty="0"/>
              <a:t>ขั้นตอนทดสอบ</a:t>
            </a:r>
            <a:endParaRPr lang="en-US" sz="1400" dirty="0"/>
          </a:p>
          <a:p>
            <a:r>
              <a:rPr lang="en-US" sz="1400" dirty="0"/>
              <a:t>1.Select : by </a:t>
            </a:r>
            <a:r>
              <a:rPr lang="en-US" sz="1400" dirty="0" err="1"/>
              <a:t>buser</a:t>
            </a:r>
            <a:endParaRPr lang="en-US" sz="1400" dirty="0"/>
          </a:p>
          <a:p>
            <a:r>
              <a:rPr lang="en-US" sz="1400" dirty="0"/>
              <a:t>2. </a:t>
            </a:r>
            <a:r>
              <a:rPr lang="th-TH" sz="1400" dirty="0"/>
              <a:t>ตั้งวันหมดอายุ</a:t>
            </a:r>
            <a:endParaRPr lang="en-US" sz="1400" dirty="0"/>
          </a:p>
        </p:txBody>
      </p:sp>
      <p:cxnSp>
        <p:nvCxnSpPr>
          <p:cNvPr id="19" name="ลูกศรเชื่อมต่อแบบตรง 18">
            <a:extLst>
              <a:ext uri="{FF2B5EF4-FFF2-40B4-BE49-F238E27FC236}">
                <a16:creationId xmlns:a16="http://schemas.microsoft.com/office/drawing/2014/main" id="{E34BA259-F6CF-9358-4AAB-C3EA225E4BDA}"/>
              </a:ext>
            </a:extLst>
          </p:cNvPr>
          <p:cNvCxnSpPr>
            <a:cxnSpLocks/>
          </p:cNvCxnSpPr>
          <p:nvPr/>
        </p:nvCxnSpPr>
        <p:spPr>
          <a:xfrm flipV="1">
            <a:off x="4216400" y="2455565"/>
            <a:ext cx="4005943" cy="358963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816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120B5-62EF-B10B-3994-5AA672CC3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7983B57E-E21B-4A61-CB93-543769C60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43" y="209908"/>
            <a:ext cx="5902157" cy="3065120"/>
          </a:xfrm>
          <a:prstGeom prst="rect">
            <a:avLst/>
          </a:prstGeom>
        </p:spPr>
      </p:pic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38395E88-73FE-E0A4-2344-FD508699F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43" y="3429001"/>
            <a:ext cx="5787857" cy="3143884"/>
          </a:xfrm>
          <a:prstGeom prst="rect">
            <a:avLst/>
          </a:prstGeom>
        </p:spPr>
      </p:pic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C3F45730-0DC9-1028-F4C9-DB23C5CE6DCE}"/>
              </a:ext>
            </a:extLst>
          </p:cNvPr>
          <p:cNvSpPr txBox="1"/>
          <p:nvPr/>
        </p:nvSpPr>
        <p:spPr>
          <a:xfrm>
            <a:off x="8069943" y="1841500"/>
            <a:ext cx="2333696" cy="9233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th-TH" dirty="0"/>
              <a:t>กดบันทึกแล้วไม่ขึ้นสภานะว่าบันทึกสำเร็จหรือไม่</a:t>
            </a:r>
          </a:p>
          <a:p>
            <a:endParaRPr lang="en-US" dirty="0"/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95E93FB2-4C66-9C8F-1C8C-897D7D43FF94}"/>
              </a:ext>
            </a:extLst>
          </p:cNvPr>
          <p:cNvSpPr/>
          <p:nvPr/>
        </p:nvSpPr>
        <p:spPr>
          <a:xfrm>
            <a:off x="4216400" y="2739458"/>
            <a:ext cx="444501" cy="32371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ลูกศรเชื่อมต่อแบบตรง 9">
            <a:extLst>
              <a:ext uri="{FF2B5EF4-FFF2-40B4-BE49-F238E27FC236}">
                <a16:creationId xmlns:a16="http://schemas.microsoft.com/office/drawing/2014/main" id="{6B4D5239-AA9E-0F08-74D8-D3D7181141AB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 flipV="1">
            <a:off x="4660901" y="2303165"/>
            <a:ext cx="3409042" cy="5981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ลูกศรเชื่อมต่อแบบตรง 10">
            <a:extLst>
              <a:ext uri="{FF2B5EF4-FFF2-40B4-BE49-F238E27FC236}">
                <a16:creationId xmlns:a16="http://schemas.microsoft.com/office/drawing/2014/main" id="{C3977C34-1FD2-2F2A-23A0-18C8444C1F00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4768851" y="2455565"/>
            <a:ext cx="3453492" cy="36916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สี่เหลี่ยมผืนผ้า 13">
            <a:extLst>
              <a:ext uri="{FF2B5EF4-FFF2-40B4-BE49-F238E27FC236}">
                <a16:creationId xmlns:a16="http://schemas.microsoft.com/office/drawing/2014/main" id="{04250DBC-523F-CAA1-60C3-3E56C038D93C}"/>
              </a:ext>
            </a:extLst>
          </p:cNvPr>
          <p:cNvSpPr/>
          <p:nvPr/>
        </p:nvSpPr>
        <p:spPr>
          <a:xfrm>
            <a:off x="4546600" y="6147184"/>
            <a:ext cx="444501" cy="323716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ลูกศรเชื่อมต่อแบบตรง 15">
            <a:extLst>
              <a:ext uri="{FF2B5EF4-FFF2-40B4-BE49-F238E27FC236}">
                <a16:creationId xmlns:a16="http://schemas.microsoft.com/office/drawing/2014/main" id="{6777612C-55FF-C8D7-1D62-58733212AC0B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2943680" y="4762500"/>
            <a:ext cx="4973863" cy="1781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CA1C7143-250A-29AA-70D7-E7AD99052CFE}"/>
              </a:ext>
            </a:extLst>
          </p:cNvPr>
          <p:cNvSpPr/>
          <p:nvPr/>
        </p:nvSpPr>
        <p:spPr>
          <a:xfrm>
            <a:off x="896259" y="4940683"/>
            <a:ext cx="4094842" cy="1052527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31F40DA1-0710-9E4E-232D-E896AB721BA3}"/>
              </a:ext>
            </a:extLst>
          </p:cNvPr>
          <p:cNvSpPr txBox="1"/>
          <p:nvPr/>
        </p:nvSpPr>
        <p:spPr>
          <a:xfrm>
            <a:off x="7917543" y="4488755"/>
            <a:ext cx="2276585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th-TH" dirty="0"/>
              <a:t>ไม่เห็นมีอะไรให้เลือกเลยค่ะใช้ไงนิ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134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6FB03-674D-61F9-5867-E1729E7B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3AFE5803-25F6-99F2-AD04-848B18011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5" y="2317720"/>
            <a:ext cx="7379368" cy="4025110"/>
          </a:xfrm>
          <a:prstGeom prst="rect">
            <a:avLst/>
          </a:prstGeom>
        </p:spPr>
      </p:pic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47B41273-A909-7B11-FE64-EF07FE462E57}"/>
              </a:ext>
            </a:extLst>
          </p:cNvPr>
          <p:cNvSpPr txBox="1"/>
          <p:nvPr/>
        </p:nvSpPr>
        <p:spPr>
          <a:xfrm>
            <a:off x="2454442" y="1122948"/>
            <a:ext cx="982961" cy="369332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h-TH" dirty="0"/>
              <a:t>เอา </a:t>
            </a:r>
            <a:r>
              <a:rPr lang="en-US" dirty="0"/>
              <a:t>UI </a:t>
            </a:r>
            <a:r>
              <a:rPr lang="th-TH" dirty="0"/>
              <a:t>ออก</a:t>
            </a:r>
            <a:endParaRPr lang="en-US" dirty="0"/>
          </a:p>
        </p:txBody>
      </p:sp>
      <p:cxnSp>
        <p:nvCxnSpPr>
          <p:cNvPr id="6" name="ลูกศรเชื่อมต่อแบบตรง 5">
            <a:extLst>
              <a:ext uri="{FF2B5EF4-FFF2-40B4-BE49-F238E27FC236}">
                <a16:creationId xmlns:a16="http://schemas.microsoft.com/office/drawing/2014/main" id="{7C12C48F-DFE1-B0DB-C1B7-45ACEC495C0B}"/>
              </a:ext>
            </a:extLst>
          </p:cNvPr>
          <p:cNvCxnSpPr>
            <a:endCxn id="4" idx="2"/>
          </p:cNvCxnSpPr>
          <p:nvPr/>
        </p:nvCxnSpPr>
        <p:spPr>
          <a:xfrm flipV="1">
            <a:off x="1155032" y="1492280"/>
            <a:ext cx="1790891" cy="38978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644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171F7-448B-B25E-3B28-7F85800DA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รูปภาพ 3">
            <a:extLst>
              <a:ext uri="{FF2B5EF4-FFF2-40B4-BE49-F238E27FC236}">
                <a16:creationId xmlns:a16="http://schemas.microsoft.com/office/drawing/2014/main" id="{E76B0451-A720-2813-1DE7-5E6FE6B2E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5" y="4008648"/>
            <a:ext cx="6288505" cy="3340639"/>
          </a:xfrm>
          <a:prstGeom prst="rect">
            <a:avLst/>
          </a:prstGeom>
        </p:spPr>
      </p:pic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074704D0-98C7-2029-0059-260FB00A5DDB}"/>
              </a:ext>
            </a:extLst>
          </p:cNvPr>
          <p:cNvSpPr txBox="1"/>
          <p:nvPr/>
        </p:nvSpPr>
        <p:spPr>
          <a:xfrm>
            <a:off x="6031832" y="5582654"/>
            <a:ext cx="1644334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th-TH" dirty="0"/>
              <a:t>บันทึกการแก้ไขชุดข้อมูลไม่ได้ค่ะ</a:t>
            </a:r>
            <a:endParaRPr lang="en-US" dirty="0"/>
          </a:p>
        </p:txBody>
      </p:sp>
      <p:pic>
        <p:nvPicPr>
          <p:cNvPr id="7" name="รูปภาพ 6">
            <a:extLst>
              <a:ext uri="{FF2B5EF4-FFF2-40B4-BE49-F238E27FC236}">
                <a16:creationId xmlns:a16="http://schemas.microsoft.com/office/drawing/2014/main" id="{D1B317D7-03DE-DE77-5ADF-41906CCEF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5773" y="0"/>
            <a:ext cx="1897380" cy="6858000"/>
          </a:xfrm>
          <a:prstGeom prst="rect">
            <a:avLst/>
          </a:prstGeom>
        </p:spPr>
      </p:pic>
      <p:pic>
        <p:nvPicPr>
          <p:cNvPr id="9" name="รูปภาพ 8">
            <a:extLst>
              <a:ext uri="{FF2B5EF4-FFF2-40B4-BE49-F238E27FC236}">
                <a16:creationId xmlns:a16="http://schemas.microsoft.com/office/drawing/2014/main" id="{1DA5C80E-CE1E-EBF3-8A40-53A251460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8402" y="160950"/>
            <a:ext cx="6604795" cy="3494771"/>
          </a:xfrm>
          <a:prstGeom prst="rect">
            <a:avLst/>
          </a:prstGeom>
        </p:spPr>
      </p:pic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55F36A2D-52F5-4045-AF74-712F201A7170}"/>
              </a:ext>
            </a:extLst>
          </p:cNvPr>
          <p:cNvSpPr txBox="1"/>
          <p:nvPr/>
        </p:nvSpPr>
        <p:spPr>
          <a:xfrm>
            <a:off x="844469" y="1908335"/>
            <a:ext cx="1644334" cy="175432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th-TH" dirty="0"/>
              <a:t>วันที่สร้างไม่ </a:t>
            </a:r>
            <a:r>
              <a:rPr lang="en-US" dirty="0"/>
              <a:t>Default </a:t>
            </a:r>
            <a:r>
              <a:rPr lang="th-TH" dirty="0"/>
              <a:t>วันที่สร้างครั้งแรกไว้</a:t>
            </a:r>
          </a:p>
          <a:p>
            <a:pPr marL="342900" indent="-342900">
              <a:buAutoNum type="arabicPeriod"/>
            </a:pPr>
            <a:r>
              <a:rPr lang="th-TH" dirty="0"/>
              <a:t>ทดสอบสร้าง </a:t>
            </a:r>
            <a:r>
              <a:rPr lang="en-US" dirty="0"/>
              <a:t>Dataset </a:t>
            </a:r>
            <a:r>
              <a:rPr lang="th-TH" dirty="0"/>
              <a:t>ระบุวันที่สร้างไม่ได้</a:t>
            </a:r>
            <a:endParaRPr lang="en-US" dirty="0"/>
          </a:p>
        </p:txBody>
      </p:sp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A3D9BE23-ACA5-E273-9661-99157DF7F1FA}"/>
              </a:ext>
            </a:extLst>
          </p:cNvPr>
          <p:cNvSpPr txBox="1"/>
          <p:nvPr/>
        </p:nvSpPr>
        <p:spPr>
          <a:xfrm>
            <a:off x="274892" y="288758"/>
            <a:ext cx="3427413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Dataset Management (ADD/Edit)</a:t>
            </a:r>
          </a:p>
        </p:txBody>
      </p:sp>
    </p:spTree>
    <p:extLst>
      <p:ext uri="{BB962C8B-B14F-4D97-AF65-F5344CB8AC3E}">
        <p14:creationId xmlns:p14="http://schemas.microsoft.com/office/powerpoint/2010/main" val="2087743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61D0C-D74D-C577-F084-E5C8B2600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รูปภาพ 9">
            <a:extLst>
              <a:ext uri="{FF2B5EF4-FFF2-40B4-BE49-F238E27FC236}">
                <a16:creationId xmlns:a16="http://schemas.microsoft.com/office/drawing/2014/main" id="{36D4EA3C-97A4-E320-520F-2C02649A2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47" y="1594336"/>
            <a:ext cx="9224211" cy="4916936"/>
          </a:xfrm>
          <a:prstGeom prst="rect">
            <a:avLst/>
          </a:prstGeom>
        </p:spPr>
      </p:pic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8442A07B-06BC-AC14-21B4-F16BF6EC1DD6}"/>
              </a:ext>
            </a:extLst>
          </p:cNvPr>
          <p:cNvSpPr txBox="1"/>
          <p:nvPr/>
        </p:nvSpPr>
        <p:spPr>
          <a:xfrm>
            <a:off x="9127958" y="3429000"/>
            <a:ext cx="2196883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Function </a:t>
            </a:r>
            <a:r>
              <a:rPr lang="th-TH" dirty="0"/>
              <a:t>การค้นหาใช้ไม่ได้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489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27BA-F8CF-7EBF-544D-646304633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62EBB0E2-1255-5545-466A-D2C6B690C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74" y="2270452"/>
            <a:ext cx="7796463" cy="4292554"/>
          </a:xfrm>
          <a:prstGeom prst="rect">
            <a:avLst/>
          </a:prstGeom>
        </p:spPr>
      </p:pic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DC6EB604-494E-8806-3FCF-1E7CEFF01B3B}"/>
              </a:ext>
            </a:extLst>
          </p:cNvPr>
          <p:cNvSpPr txBox="1"/>
          <p:nvPr/>
        </p:nvSpPr>
        <p:spPr>
          <a:xfrm>
            <a:off x="256674" y="294994"/>
            <a:ext cx="1435008" cy="58477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h-TH" sz="3200" dirty="0"/>
              <a:t>บัญชีข้อมูล</a:t>
            </a:r>
            <a:endParaRPr lang="en-US" sz="3200" dirty="0"/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1FC79615-C6D1-AA62-1D32-618A1E9E3242}"/>
              </a:ext>
            </a:extLst>
          </p:cNvPr>
          <p:cNvSpPr txBox="1"/>
          <p:nvPr/>
        </p:nvSpPr>
        <p:spPr>
          <a:xfrm>
            <a:off x="6898105" y="3244334"/>
            <a:ext cx="3841116" cy="92333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h-TH" dirty="0"/>
              <a:t>จำนวนข้อมูลที่กรองมาและจำนวนรวมที่ระบบโชว์ไม่ตรงกัน</a:t>
            </a:r>
          </a:p>
          <a:p>
            <a:r>
              <a:rPr lang="th-TH" dirty="0"/>
              <a:t>รวมแจ้งมี 27 ชุดข้อมูล</a:t>
            </a:r>
          </a:p>
          <a:p>
            <a:r>
              <a:rPr lang="th-TH" dirty="0"/>
              <a:t>กรองขึ้นจริง 2 ชุดข้อมูล</a:t>
            </a:r>
            <a:endParaRPr lang="en-US" dirty="0"/>
          </a:p>
        </p:txBody>
      </p:sp>
      <p:cxnSp>
        <p:nvCxnSpPr>
          <p:cNvPr id="13" name="ลูกศรเชื่อมต่อแบบตรง 12">
            <a:extLst>
              <a:ext uri="{FF2B5EF4-FFF2-40B4-BE49-F238E27FC236}">
                <a16:creationId xmlns:a16="http://schemas.microsoft.com/office/drawing/2014/main" id="{2C438F8A-651A-FF9F-9473-6BBB7C9904AF}"/>
              </a:ext>
            </a:extLst>
          </p:cNvPr>
          <p:cNvCxnSpPr>
            <a:cxnSpLocks/>
          </p:cNvCxnSpPr>
          <p:nvPr/>
        </p:nvCxnSpPr>
        <p:spPr>
          <a:xfrm flipV="1">
            <a:off x="3962400" y="3429000"/>
            <a:ext cx="2935705" cy="6777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ลูกศรเชื่อมต่อแบบตรง 15">
            <a:extLst>
              <a:ext uri="{FF2B5EF4-FFF2-40B4-BE49-F238E27FC236}">
                <a16:creationId xmlns:a16="http://schemas.microsoft.com/office/drawing/2014/main" id="{32DB98C4-42F1-070A-3DBB-2C9FFF163FE4}"/>
              </a:ext>
            </a:extLst>
          </p:cNvPr>
          <p:cNvCxnSpPr>
            <a:cxnSpLocks/>
          </p:cNvCxnSpPr>
          <p:nvPr/>
        </p:nvCxnSpPr>
        <p:spPr>
          <a:xfrm flipV="1">
            <a:off x="5582653" y="3581400"/>
            <a:ext cx="1467852" cy="10061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กล่องข้อความ 18">
            <a:extLst>
              <a:ext uri="{FF2B5EF4-FFF2-40B4-BE49-F238E27FC236}">
                <a16:creationId xmlns:a16="http://schemas.microsoft.com/office/drawing/2014/main" id="{F6AFF822-397A-FA91-B20A-78746E524979}"/>
              </a:ext>
            </a:extLst>
          </p:cNvPr>
          <p:cNvSpPr txBox="1"/>
          <p:nvPr/>
        </p:nvSpPr>
        <p:spPr>
          <a:xfrm>
            <a:off x="2751221" y="793124"/>
            <a:ext cx="4744697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h-TH" dirty="0"/>
              <a:t>ตรวจสอบการกรองข้อมูลด้วย </a:t>
            </a:r>
            <a:r>
              <a:rPr lang="en-US" dirty="0"/>
              <a:t>Box </a:t>
            </a:r>
            <a:r>
              <a:rPr lang="th-TH" dirty="0"/>
              <a:t>ด้านข้างให้ด้วยเมื่อกดกรองหมวดหมู่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085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91AEE-4E3A-C979-1D79-A70A10B53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3E80E05E-74CF-E0EE-2180-12F2E1A0685A}"/>
              </a:ext>
            </a:extLst>
          </p:cNvPr>
          <p:cNvSpPr txBox="1"/>
          <p:nvPr/>
        </p:nvSpPr>
        <p:spPr>
          <a:xfrm>
            <a:off x="256674" y="294994"/>
            <a:ext cx="1435008" cy="58477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h-TH" sz="3200" dirty="0"/>
              <a:t>บัญชีข้อมูล</a:t>
            </a:r>
            <a:endParaRPr lang="en-US" sz="3200" dirty="0"/>
          </a:p>
        </p:txBody>
      </p:sp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61C764F7-6A31-3C47-9787-5CDF202E4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3" y="1800627"/>
            <a:ext cx="9609221" cy="4762379"/>
          </a:xfrm>
          <a:prstGeom prst="rect">
            <a:avLst/>
          </a:prstGeom>
        </p:spPr>
      </p:pic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A7F9751A-1262-2EB4-1A57-5B0993DDF1EB}"/>
              </a:ext>
            </a:extLst>
          </p:cNvPr>
          <p:cNvSpPr txBox="1"/>
          <p:nvPr/>
        </p:nvSpPr>
        <p:spPr>
          <a:xfrm>
            <a:off x="5016923" y="1307932"/>
            <a:ext cx="5960350" cy="92333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h-TH" dirty="0"/>
              <a:t>ตรวจสอบการกรองข้อมูลด้วย </a:t>
            </a:r>
            <a:r>
              <a:rPr lang="en-US" dirty="0"/>
              <a:t>Box </a:t>
            </a:r>
            <a:r>
              <a:rPr lang="th-TH" dirty="0"/>
              <a:t>ด้านข้างให้ด้วย</a:t>
            </a:r>
          </a:p>
          <a:p>
            <a:r>
              <a:rPr lang="th-TH" dirty="0"/>
              <a:t>เมื่อกดกรองหมวดหมู่แจ้งมี 6 ขึ้นครบ</a:t>
            </a:r>
          </a:p>
          <a:p>
            <a:r>
              <a:rPr lang="th-TH" dirty="0"/>
              <a:t>ระดับการเข้าถึงแจ้งว่า มี 2 กรองบแล้วไม่</a:t>
            </a:r>
            <a:r>
              <a:rPr lang="th-TH" dirty="0" err="1"/>
              <a:t>ขึน</a:t>
            </a:r>
            <a:r>
              <a:rPr lang="th-TH" dirty="0"/>
              <a:t>คาดว่าจะนวนไม่ </a:t>
            </a:r>
            <a:r>
              <a:rPr lang="en-US" dirty="0"/>
              <a:t>Redirect </a:t>
            </a:r>
            <a:r>
              <a:rPr lang="th-TH" dirty="0"/>
              <a:t>เมื่อกรองเชื่อมกัน</a:t>
            </a:r>
            <a:endParaRPr lang="en-US" dirty="0"/>
          </a:p>
        </p:txBody>
      </p:sp>
      <p:sp>
        <p:nvSpPr>
          <p:cNvPr id="9" name="สี่เหลี่ยมผืนผ้า 8">
            <a:extLst>
              <a:ext uri="{FF2B5EF4-FFF2-40B4-BE49-F238E27FC236}">
                <a16:creationId xmlns:a16="http://schemas.microsoft.com/office/drawing/2014/main" id="{C74DF6DF-C878-3252-13B5-D48D851EEE37}"/>
              </a:ext>
            </a:extLst>
          </p:cNvPr>
          <p:cNvSpPr/>
          <p:nvPr/>
        </p:nvSpPr>
        <p:spPr>
          <a:xfrm>
            <a:off x="1507958" y="2534653"/>
            <a:ext cx="1556084" cy="4028353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ลูกศรเชื่อมต่อแบบตรง 10">
            <a:extLst>
              <a:ext uri="{FF2B5EF4-FFF2-40B4-BE49-F238E27FC236}">
                <a16:creationId xmlns:a16="http://schemas.microsoft.com/office/drawing/2014/main" id="{93111FCB-6A95-99A3-4031-83D822C6DB2B}"/>
              </a:ext>
            </a:extLst>
          </p:cNvPr>
          <p:cNvCxnSpPr>
            <a:endCxn id="5" idx="0"/>
          </p:cNvCxnSpPr>
          <p:nvPr/>
        </p:nvCxnSpPr>
        <p:spPr>
          <a:xfrm flipV="1">
            <a:off x="3064042" y="1800627"/>
            <a:ext cx="1800482" cy="27553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97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1DE00-1FF3-F39A-1B5D-BCFA71F49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4DB0A415-72E3-7B92-18C3-13C986F08493}"/>
              </a:ext>
            </a:extLst>
          </p:cNvPr>
          <p:cNvSpPr txBox="1"/>
          <p:nvPr/>
        </p:nvSpPr>
        <p:spPr>
          <a:xfrm>
            <a:off x="256674" y="294994"/>
            <a:ext cx="1435008" cy="58477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h-TH" sz="3200" dirty="0"/>
              <a:t>บัญชีข้อมูล</a:t>
            </a:r>
            <a:endParaRPr lang="en-US" sz="3200" dirty="0"/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FA1D3E16-85DB-3640-6E59-5B0D2868C29E}"/>
              </a:ext>
            </a:extLst>
          </p:cNvPr>
          <p:cNvSpPr txBox="1"/>
          <p:nvPr/>
        </p:nvSpPr>
        <p:spPr>
          <a:xfrm>
            <a:off x="7022186" y="3438239"/>
            <a:ext cx="3130985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h-TH" dirty="0"/>
              <a:t>ข้อมูลที่ดาวน์โหลดออกมาไม่ตรงและเปิดดูไม่ได้</a:t>
            </a:r>
            <a:endParaRPr lang="en-US" dirty="0"/>
          </a:p>
        </p:txBody>
      </p: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D94696BA-A521-91C4-016E-40F6C7A46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39" y="1483369"/>
            <a:ext cx="8695677" cy="4789094"/>
          </a:xfrm>
          <a:prstGeom prst="rect">
            <a:avLst/>
          </a:prstGeom>
        </p:spPr>
      </p:pic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86B64FC5-F4E3-8E71-FD10-180909E989B9}"/>
              </a:ext>
            </a:extLst>
          </p:cNvPr>
          <p:cNvSpPr txBox="1"/>
          <p:nvPr/>
        </p:nvSpPr>
        <p:spPr>
          <a:xfrm>
            <a:off x="7022185" y="3419761"/>
            <a:ext cx="3130985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h-TH" dirty="0"/>
              <a:t>ข้อมูลที่ดาวน์โหลดออกมาไม่ตรงและเปิดดูไม่ได้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521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15E8B-EA49-30BB-B69F-FF899FFF2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C970A006-2294-410A-D772-B850679B03C3}"/>
              </a:ext>
            </a:extLst>
          </p:cNvPr>
          <p:cNvSpPr txBox="1"/>
          <p:nvPr/>
        </p:nvSpPr>
        <p:spPr>
          <a:xfrm>
            <a:off x="256674" y="294994"/>
            <a:ext cx="1435008" cy="58477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h-TH" sz="3200" dirty="0"/>
              <a:t>บัญชีข้อมูล</a:t>
            </a:r>
            <a:endParaRPr lang="en-US" sz="3200" dirty="0"/>
          </a:p>
        </p:txBody>
      </p:sp>
      <p:sp>
        <p:nvSpPr>
          <p:cNvPr id="8" name="กล่องข้อความ 7">
            <a:extLst>
              <a:ext uri="{FF2B5EF4-FFF2-40B4-BE49-F238E27FC236}">
                <a16:creationId xmlns:a16="http://schemas.microsoft.com/office/drawing/2014/main" id="{1CFD61B4-82CA-9F61-8B9E-EAA6CD99CDBC}"/>
              </a:ext>
            </a:extLst>
          </p:cNvPr>
          <p:cNvSpPr txBox="1"/>
          <p:nvPr/>
        </p:nvSpPr>
        <p:spPr>
          <a:xfrm>
            <a:off x="7298604" y="3921130"/>
            <a:ext cx="3874779" cy="36933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h-TH" dirty="0"/>
              <a:t>พจนานุกรมข้อมูลก็ต้องปิด</a:t>
            </a:r>
            <a:r>
              <a:rPr lang="th-TH" dirty="0" err="1"/>
              <a:t>ว้จ</a:t>
            </a:r>
            <a:r>
              <a:rPr lang="th-TH" dirty="0"/>
              <a:t>ดกว่าจะได้รับสิทธิเข้าใช้ข้อมูล</a:t>
            </a:r>
            <a:endParaRPr lang="en-US" dirty="0"/>
          </a:p>
        </p:txBody>
      </p:sp>
      <p:pic>
        <p:nvPicPr>
          <p:cNvPr id="5" name="รูปภาพ 4">
            <a:extLst>
              <a:ext uri="{FF2B5EF4-FFF2-40B4-BE49-F238E27FC236}">
                <a16:creationId xmlns:a16="http://schemas.microsoft.com/office/drawing/2014/main" id="{D51E1486-8EA7-72EC-9560-F441F5331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184" y="387810"/>
            <a:ext cx="4427621" cy="2207803"/>
          </a:xfrm>
          <a:prstGeom prst="rect">
            <a:avLst/>
          </a:prstGeom>
        </p:spPr>
      </p:pic>
      <p:pic>
        <p:nvPicPr>
          <p:cNvPr id="9" name="รูปภาพ 8">
            <a:extLst>
              <a:ext uri="{FF2B5EF4-FFF2-40B4-BE49-F238E27FC236}">
                <a16:creationId xmlns:a16="http://schemas.microsoft.com/office/drawing/2014/main" id="{5132B2DE-7E3F-A628-BD05-28F80AA11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99066"/>
            <a:ext cx="7022184" cy="3758934"/>
          </a:xfrm>
          <a:prstGeom prst="rect">
            <a:avLst/>
          </a:prstGeom>
        </p:spPr>
      </p:pic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EB93F35C-F574-06CB-F782-6707782AAEE7}"/>
              </a:ext>
            </a:extLst>
          </p:cNvPr>
          <p:cNvSpPr/>
          <p:nvPr/>
        </p:nvSpPr>
        <p:spPr>
          <a:xfrm>
            <a:off x="1347537" y="4074695"/>
            <a:ext cx="834189" cy="40105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ลูกศรเชื่อมต่อแบบตรง 11">
            <a:extLst>
              <a:ext uri="{FF2B5EF4-FFF2-40B4-BE49-F238E27FC236}">
                <a16:creationId xmlns:a16="http://schemas.microsoft.com/office/drawing/2014/main" id="{D98DF37F-CF74-9EE2-A6C5-CA3FE44975A6}"/>
              </a:ext>
            </a:extLst>
          </p:cNvPr>
          <p:cNvCxnSpPr>
            <a:endCxn id="8" idx="1"/>
          </p:cNvCxnSpPr>
          <p:nvPr/>
        </p:nvCxnSpPr>
        <p:spPr>
          <a:xfrm flipV="1">
            <a:off x="2181726" y="4105796"/>
            <a:ext cx="5116878" cy="1846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ลูกศรเชื่อมต่อแบบตรง 13">
            <a:extLst>
              <a:ext uri="{FF2B5EF4-FFF2-40B4-BE49-F238E27FC236}">
                <a16:creationId xmlns:a16="http://schemas.microsoft.com/office/drawing/2014/main" id="{C09AEF24-59D2-8BAD-626C-D2D9F5FCF6D8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9176084" y="2101516"/>
            <a:ext cx="59910" cy="18196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7045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A3612-4BC5-6281-4946-9F81F9705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367F4D44-5DC6-A994-B319-5A6650D06A86}"/>
              </a:ext>
            </a:extLst>
          </p:cNvPr>
          <p:cNvSpPr txBox="1"/>
          <p:nvPr/>
        </p:nvSpPr>
        <p:spPr>
          <a:xfrm>
            <a:off x="256674" y="294994"/>
            <a:ext cx="2510624" cy="58477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h-TH" sz="3200" dirty="0"/>
              <a:t>แจ้งเตือนจาก</a:t>
            </a:r>
            <a:r>
              <a:rPr lang="en-US" sz="3200" dirty="0"/>
              <a:t> Mail</a:t>
            </a:r>
          </a:p>
        </p:txBody>
      </p:sp>
      <p:sp>
        <p:nvSpPr>
          <p:cNvPr id="10" name="สี่เหลี่ยมผืนผ้า 9">
            <a:extLst>
              <a:ext uri="{FF2B5EF4-FFF2-40B4-BE49-F238E27FC236}">
                <a16:creationId xmlns:a16="http://schemas.microsoft.com/office/drawing/2014/main" id="{7378D84E-6066-B232-84B2-A3E1E01D737C}"/>
              </a:ext>
            </a:extLst>
          </p:cNvPr>
          <p:cNvSpPr/>
          <p:nvPr/>
        </p:nvSpPr>
        <p:spPr>
          <a:xfrm>
            <a:off x="1347537" y="4074695"/>
            <a:ext cx="834189" cy="40105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ลูกศรเชื่อมต่อแบบตรง 11">
            <a:extLst>
              <a:ext uri="{FF2B5EF4-FFF2-40B4-BE49-F238E27FC236}">
                <a16:creationId xmlns:a16="http://schemas.microsoft.com/office/drawing/2014/main" id="{9958147C-BBA5-1A8E-3BEB-354ADA402068}"/>
              </a:ext>
            </a:extLst>
          </p:cNvPr>
          <p:cNvCxnSpPr>
            <a:cxnSpLocks/>
          </p:cNvCxnSpPr>
          <p:nvPr/>
        </p:nvCxnSpPr>
        <p:spPr>
          <a:xfrm flipV="1">
            <a:off x="2181726" y="4105796"/>
            <a:ext cx="5116878" cy="1846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รูปภาพ 2">
            <a:extLst>
              <a:ext uri="{FF2B5EF4-FFF2-40B4-BE49-F238E27FC236}">
                <a16:creationId xmlns:a16="http://schemas.microsoft.com/office/drawing/2014/main" id="{F3BABE15-DF50-A438-3F8A-61E9174E7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350" y="3011323"/>
            <a:ext cx="6832187" cy="3374068"/>
          </a:xfrm>
          <a:prstGeom prst="rect">
            <a:avLst/>
          </a:prstGeom>
        </p:spPr>
      </p:pic>
      <p:pic>
        <p:nvPicPr>
          <p:cNvPr id="11" name="รูปภาพ 10">
            <a:extLst>
              <a:ext uri="{FF2B5EF4-FFF2-40B4-BE49-F238E27FC236}">
                <a16:creationId xmlns:a16="http://schemas.microsoft.com/office/drawing/2014/main" id="{DBEB102D-93F5-79F7-CEA7-BCDF28FA2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165" y="401452"/>
            <a:ext cx="6248701" cy="3088189"/>
          </a:xfrm>
          <a:prstGeom prst="rect">
            <a:avLst/>
          </a:prstGeom>
        </p:spPr>
      </p:pic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3A75086F-0C04-EA8E-C829-E68929ABE357}"/>
              </a:ext>
            </a:extLst>
          </p:cNvPr>
          <p:cNvSpPr txBox="1"/>
          <p:nvPr/>
        </p:nvSpPr>
        <p:spPr>
          <a:xfrm>
            <a:off x="7443537" y="4892843"/>
            <a:ext cx="2279791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th-TH" dirty="0"/>
              <a:t>เปลี่ยนสีเป็นสีเขียวเดียวกับเว็บค่ะ</a:t>
            </a:r>
            <a:endParaRPr lang="en-US" dirty="0"/>
          </a:p>
        </p:txBody>
      </p:sp>
      <p:sp>
        <p:nvSpPr>
          <p:cNvPr id="15" name="สี่เหลี่ยมผืนผ้า 14">
            <a:extLst>
              <a:ext uri="{FF2B5EF4-FFF2-40B4-BE49-F238E27FC236}">
                <a16:creationId xmlns:a16="http://schemas.microsoft.com/office/drawing/2014/main" id="{7BAD7717-807E-86AD-53C0-DA3FA5E90F02}"/>
              </a:ext>
            </a:extLst>
          </p:cNvPr>
          <p:cNvSpPr/>
          <p:nvPr/>
        </p:nvSpPr>
        <p:spPr>
          <a:xfrm>
            <a:off x="2181726" y="4475747"/>
            <a:ext cx="1379621" cy="43087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สี่เหลี่ยมผืนผ้า 16">
            <a:extLst>
              <a:ext uri="{FF2B5EF4-FFF2-40B4-BE49-F238E27FC236}">
                <a16:creationId xmlns:a16="http://schemas.microsoft.com/office/drawing/2014/main" id="{B85174DB-BE28-8AC8-2DFC-7D964968FE93}"/>
              </a:ext>
            </a:extLst>
          </p:cNvPr>
          <p:cNvSpPr/>
          <p:nvPr/>
        </p:nvSpPr>
        <p:spPr>
          <a:xfrm>
            <a:off x="6753726" y="1514676"/>
            <a:ext cx="2406316" cy="1311362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ลูกศรเชื่อมต่อแบบตรง 18">
            <a:extLst>
              <a:ext uri="{FF2B5EF4-FFF2-40B4-BE49-F238E27FC236}">
                <a16:creationId xmlns:a16="http://schemas.microsoft.com/office/drawing/2014/main" id="{0DF0A22D-5001-B819-01EA-6E8C5A388401}"/>
              </a:ext>
            </a:extLst>
          </p:cNvPr>
          <p:cNvCxnSpPr>
            <a:stCxn id="15" idx="3"/>
          </p:cNvCxnSpPr>
          <p:nvPr/>
        </p:nvCxnSpPr>
        <p:spPr>
          <a:xfrm>
            <a:off x="3561347" y="4691182"/>
            <a:ext cx="3882190" cy="3781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ลูกศรเชื่อมต่อแบบตรง 20">
            <a:extLst>
              <a:ext uri="{FF2B5EF4-FFF2-40B4-BE49-F238E27FC236}">
                <a16:creationId xmlns:a16="http://schemas.microsoft.com/office/drawing/2014/main" id="{DA55295D-1427-F7B1-007E-78A55538AB0D}"/>
              </a:ext>
            </a:extLst>
          </p:cNvPr>
          <p:cNvCxnSpPr>
            <a:stCxn id="17" idx="2"/>
            <a:endCxn id="13" idx="0"/>
          </p:cNvCxnSpPr>
          <p:nvPr/>
        </p:nvCxnSpPr>
        <p:spPr>
          <a:xfrm>
            <a:off x="7956884" y="2826038"/>
            <a:ext cx="626549" cy="20668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389571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503</Words>
  <Application>Microsoft Office PowerPoint</Application>
  <PresentationFormat>แบบจอกว้าง</PresentationFormat>
  <Paragraphs>61</Paragraphs>
  <Slides>16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Jarukorn Jantharasena (Well)</dc:creator>
  <cp:lastModifiedBy>Jarukorn Jantharasena (Well)</cp:lastModifiedBy>
  <cp:revision>1</cp:revision>
  <dcterms:created xsi:type="dcterms:W3CDTF">2026-08-25T02:35:49Z</dcterms:created>
  <dcterms:modified xsi:type="dcterms:W3CDTF">2026-08-25T09:51:44Z</dcterms:modified>
</cp:coreProperties>
</file>